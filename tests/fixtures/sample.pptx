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claims gateway is the central ingress point for all submissions.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Claims flow from gateway to adjudication engine to payment processor.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SLA Targets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Processing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 hours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